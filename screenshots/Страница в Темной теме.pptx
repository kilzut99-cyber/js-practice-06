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CAB47-4440-7806-39F5-EF80570B0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0B5C37-9D64-1146-F984-DA8067220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FC262C-2D3D-462F-E84D-549F876B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DC6170-6195-D620-4961-8A0B5D28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F08F3-AA6F-A02E-E094-62996297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27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25862-89B4-C5C0-1068-8159EFE6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C4118-7BF6-BE67-F918-B1856C94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43ED7-7846-49AE-986C-300A0F4D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104CA-4D63-090A-15C4-8BE23348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37A08-0AA2-F69E-D801-195C245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5619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0A4F-DA94-88FF-B9A1-CEFFD935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4D8E7-FC03-9ACA-E97C-1EA45267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2D66E4-225C-5C7A-2E71-E6C304A3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6A57C6-495D-E1C6-65D5-2EC706C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CDB9CE-CE3D-09B6-FFBF-6977C0B0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324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B08D-4798-F72D-CF0B-D823D3F4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EC7C6-2E97-1E22-F6A9-AC535707D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194CCB-2AC6-2496-CB74-1F37B6858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425D3-613C-9C51-AE23-A66C4B9A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DE855-344E-4CEA-D27B-364F66D5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03656-62B4-4E92-2C4F-A8710F0B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196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B6D55-4472-A507-AC44-1C9CC613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58D42D-DE82-7F91-26AC-F64EDE6B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7E42B5-96A9-027C-BFAD-52B839A19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67DF8B-96FB-4E53-E037-6B1804D32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CDBC4B-1323-3F51-548B-2D26A1339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72240-151F-C7A8-FE8B-538FD9E1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156C38-0EC5-4C7C-8D88-38ACCD36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EB83978-B487-C054-BAEF-236E36F7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74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BDFD6-5262-03F3-F0FF-915E457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8B9CCF-8997-A52E-9241-95D0830A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EE406D-F9CC-6E67-C128-0952C8E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4324F3-8580-00B0-13BD-686A2055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59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1B0458-D531-82CB-7D7F-0E1DB796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AD85C6-C067-55E3-B4E4-19BAE79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55D4B1-D24C-0539-0174-EAC52B01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8302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E3DF5-D8D5-274A-F6D8-266E6F1B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53CAA-6E62-078D-EE3A-FE2C4043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5AD08F-4F62-4F25-1BCD-C9B15C9EF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520A93-6F06-A393-B152-F4E4C298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78D746-6529-F32A-F0E5-2F0DD7E3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810E23-8C08-5E4A-126B-B0E59E24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5013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787A8-03C5-84B1-6AE8-357A82B8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3048B7-438D-8B6F-FAC2-D66AE85E5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8FBBA4-10A1-07AF-C63A-7A7878772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BE9AE4-1530-72D4-3219-57F3BBB5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F7B41E-4DFC-66CD-3731-72B18586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C9676B-F9C6-2A4B-4519-A8B0867B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891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28D4-CC60-A985-9314-8A42147B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65362D-2E51-FFD9-227D-0011BDAEF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63D444-1592-C76B-A2F4-DFA0733A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B5ED2-13C7-995B-5DF8-B6363B8A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997EE-6E1D-40EE-4148-378709C2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0985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D31A-ED3D-F2BA-CB71-B4083FCCC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20EF11-4F9D-0303-427D-65BF0E64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86034C-D336-EBA6-4E19-FA947017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B7AF3-0524-D308-F566-0785F66F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066387-931F-85A8-3C8E-977FE1FA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9967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53D0C-A03C-4ECE-D07F-8F6E872B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0A6AF1-79B1-47A1-29B8-66824931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B18A0-469C-0226-9D9C-8FAD994C8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E830F-11A1-7E75-1499-D0BA689A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0DC38-163F-982E-6433-E907E0785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252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программное обеспечение, снимок экрана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A32780-9B74-FECA-E24A-27802EF2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r="50000" b="3898"/>
          <a:stretch/>
        </p:blipFill>
        <p:spPr>
          <a:xfrm>
            <a:off x="1138515" y="770965"/>
            <a:ext cx="10224975" cy="51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69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3</cp:revision>
  <dcterms:created xsi:type="dcterms:W3CDTF">2026-03-22T19:03:39Z</dcterms:created>
  <dcterms:modified xsi:type="dcterms:W3CDTF">2026-03-22T19:06:59Z</dcterms:modified>
</cp:coreProperties>
</file>