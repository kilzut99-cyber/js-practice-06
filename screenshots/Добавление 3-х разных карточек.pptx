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6CAB47-4440-7806-39F5-EF80570B0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30B5C37-9D64-1146-F984-DA8067220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FC262C-2D3D-462F-E84D-549F876B6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DC6170-6195-D620-4961-8A0B5D284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CF08F3-AA6F-A02E-E094-62996297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0270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325862-89B4-C5C0-1068-8159EFE63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7C4118-7BF6-BE67-F918-B1856C94B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443ED7-7846-49AE-986C-300A0F4DD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D104CA-4D63-090A-15C4-8BE23348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B37A08-0AA2-F69E-D801-195C2459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456193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DE0A4F-DA94-88FF-B9A1-CEFFD9351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F4D8E7-FC03-9ACA-E97C-1EA45267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2D66E4-225C-5C7A-2E71-E6C304A39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6A57C6-495D-E1C6-65D5-2EC706C5F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CDB9CE-CE3D-09B6-FFBF-6977C0B02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663249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CB08D-4798-F72D-CF0B-D823D3F49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7EC7C6-2E97-1E22-F6A9-AC535707D8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194CCB-2AC6-2496-CB74-1F37B6858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0425D3-613C-9C51-AE23-A66C4B9A2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7DE855-344E-4CEA-D27B-364F66D53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D03656-62B4-4E92-2C4F-A8710F0B0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71963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4B6D55-4472-A507-AC44-1C9CC613B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58D42D-DE82-7F91-26AC-F64EDE6B1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7E42B5-96A9-027C-BFAD-52B839A19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667DF8B-96FB-4E53-E037-6B1804D328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DCDBC4B-1323-3F51-548B-2D26A1339E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8872240-151F-C7A8-FE8B-538FD9E14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3156C38-0EC5-4C7C-8D88-38ACCD360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EB83978-B487-C054-BAEF-236E36F70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66744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ABDFD6-5262-03F3-F0FF-915E457BE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8B9CCF-8997-A52E-9241-95D0830A0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1EE406D-F9CC-6E67-C128-0952C8E8C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F4324F3-8580-00B0-13BD-686A2055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6591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51B0458-D531-82CB-7D7F-0E1DB7960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8AD85C6-C067-55E3-B4E4-19BAE798B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55D4B1-D24C-0539-0174-EAC52B019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883029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E3DF5-D8D5-274A-F6D8-266E6F1BD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E53CAA-6E62-078D-EE3A-FE2C4043B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5AD08F-4F62-4F25-1BCD-C9B15C9EF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520A93-6F06-A393-B152-F4E4C2980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278D746-6529-F32A-F0E5-2F0DD7E3D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810E23-8C08-5E4A-126B-B0E59E245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550132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787A8-03C5-84B1-6AE8-357A82B83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43048B7-438D-8B6F-FAC2-D66AE85E5F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8FBBA4-10A1-07AF-C63A-7A7878772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BE9AE4-1530-72D4-3219-57F3BBB52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F7B41E-4DFC-66CD-3731-72B18586F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C9676B-F9C6-2A4B-4519-A8B0867B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70891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0828D4-CC60-A985-9314-8A42147B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65362D-2E51-FFD9-227D-0011BDAEF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63D444-1592-C76B-A2F4-DFA0733AE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8B5ED2-13C7-995B-5DF8-B6363B8AC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9997EE-6E1D-40EE-4148-378709C2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0985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F1D31A-ED3D-F2BA-CB71-B4083FCCC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20EF11-4F9D-0303-427D-65BF0E643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86034C-D336-EBA6-4E19-FA9470171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4B7AF3-0524-D308-F566-0785F66F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066387-931F-85A8-3C8E-977FE1FA2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29967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D53D0C-A03C-4ECE-D07F-8F6E872B1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0A6AF1-79B1-47A1-29B8-668249317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4B18A0-469C-0226-9D9C-8FAD994C8A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1E830F-11A1-7E75-1499-D0BA689A5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50DC38-163F-982E-6433-E907E0785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9252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текст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C264E6A-B630-2489-A47C-F7521B809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89" r="50000" b="4160"/>
          <a:stretch/>
        </p:blipFill>
        <p:spPr>
          <a:xfrm>
            <a:off x="1027816" y="995081"/>
            <a:ext cx="10526232" cy="532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1691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Александр</dc:creator>
  <cp:lastModifiedBy>Александр Александр</cp:lastModifiedBy>
  <cp:revision>1</cp:revision>
  <dcterms:created xsi:type="dcterms:W3CDTF">2026-03-22T19:03:39Z</dcterms:created>
  <dcterms:modified xsi:type="dcterms:W3CDTF">2026-03-22T19:04:04Z</dcterms:modified>
</cp:coreProperties>
</file>